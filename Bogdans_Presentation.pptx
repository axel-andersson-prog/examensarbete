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Oil Price Over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Highest and Lowest Oil Price</a:t>
            </a:r>
          </a:p>
        </p:txBody>
      </p:sp>
      <p:pic>
        <p:nvPicPr>
          <p:cNvPr id="3" name="Picture 2" descr="oil_pric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Oil Price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500000"/>
            <a:ext cx="7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Highest price: $140.0 on 2008-06-01</a:t>
            </a:r>
          </a:p>
          <a:p>
            <a:br/>
            <a:pPr>
              <a:defRPr sz="2400"/>
            </a:pPr>
            <a:r>
              <a:t>Lowest price: $10.42 on 1986-03-01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Oil Price Percentage Change</a:t>
            </a:r>
          </a:p>
        </p:txBody>
      </p:sp>
      <p:pic>
        <p:nvPicPr>
          <p:cNvPr id="3" name="Picture 2" descr="oil_price_percentage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 CPI Over Time</a:t>
            </a:r>
          </a:p>
        </p:txBody>
      </p:sp>
      <p:pic>
        <p:nvPicPr>
          <p:cNvPr id="3" name="Picture 2" descr="inflation_rat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Highest and Lowest Inflation CPI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500000"/>
            <a:ext cx="7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Highest CPI: 271.696 on 2021-01-06</a:t>
            </a:r>
          </a:p>
          <a:p>
            <a:br/>
            <a:pPr>
              <a:defRPr sz="2400"/>
            </a:pPr>
            <a:r>
              <a:t>Lowest CPI: 1.003 on 2021-01-07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Inflation Rate vs Oil Price</a:t>
            </a:r>
          </a:p>
        </p:txBody>
      </p:sp>
      <p:pic>
        <p:nvPicPr>
          <p:cNvPr id="3" name="Picture 2" descr="combined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